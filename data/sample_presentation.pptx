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2D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latin typeface="Calibri Light"/>
              </a:rPr>
              <a:t>Titre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</a:pPr>
            <a:r>
              <a:rPr sz="2200" b="1">
                <a:latin typeface="Calibri"/>
              </a:rPr>
              <a:t>Sous-titre</a:t>
            </a:r>
          </a:p>
          <a:p>
            <a:pPr/>
            <a:r>
              <a:rPr sz="1800" b="0">
                <a:latin typeface="Calibri"/>
              </a:rPr>
              <a:t>Point 1</a:t>
            </a:r>
          </a:p>
          <a:p>
            <a:pPr/>
            <a:r>
              <a:rPr sz="1800" b="0">
                <a:latin typeface="Calibri"/>
              </a:rPr>
              <a:t>Point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2D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latin typeface="Calibri Light"/>
              </a:rPr>
              <a:t>Deuxième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rPr sz="1800" b="0">
                <a:latin typeface="Calibri"/>
              </a:rPr>
              <a:t>autre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