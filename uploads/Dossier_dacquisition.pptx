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22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A3F6BE-C83A-849C-53D0-DE47B85AB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E09510E-4753-EBA4-3BC0-3E35BCFE7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6138CC-4912-27A5-9E3F-18DA1908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717F70-0345-57B0-C102-A92AAC41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4AC85-68F8-FC24-B2DA-C68F762A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33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558306-D565-2EF1-D1F1-660C1F71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C01B24-3103-3F9F-37EE-8DE6EF282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D8217F-6D5F-8E64-3DFA-8186725B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B2BD1D-B7F3-6F55-D480-7BE40BCF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747BD9-7A3D-E859-DCB9-32597692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96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507CD8-E4C5-B5BF-396A-957BD8D6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DABB1B-DBB4-84A3-59ED-3F780BC6C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E910BA-6CD8-30B0-B641-A7C07859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F4AAF6-1488-BD36-D4E0-6FD1B9B9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899278-B4B3-CD18-3AF4-712B9C5D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111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B9AF8D-E763-EACA-6877-0A592532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BE4C7E-4EDF-FD6C-0278-2C7C65DE9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11B364-20E9-949F-F0B1-0F9464A5B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39A81A-CCF1-A942-43E6-F8140D39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9D9994-C9D3-FF48-45A5-32502B30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58195C-4474-8FB8-FF8C-446E2E5A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19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09D89-5E03-7DF2-4A54-4D4FD9C62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CB32A5-6387-C785-BB25-EBAABDF7C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9E4151-ED0F-1227-1E35-0DD2B8CD6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AE27B57-E641-4F3E-9746-00EE2C08C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EE012A-3B18-9A8A-40E7-E1B4B4E5F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B754D72-EA64-ABEB-87F2-CAD11D4C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FF80F4A-8E76-3A9F-B5C8-429ACAA60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36ADE41-01D1-5B04-9685-2BA20914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59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746D-3C45-B98A-9CFC-D0CB7E12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A7384A-B467-D82A-F076-15A9D7C3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2133491-9394-8DF3-D2DD-AE675C64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EC722A-1681-25A2-4544-F5AC4AC3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98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3EE7E14-2465-C304-E0FC-6403D685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2DCC9A-8A07-4DBF-ED45-0624412BC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B6C110-CB6C-AA77-3880-5576E685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32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AEE880-2A87-EEE7-9B86-A5BBD4FAE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4E428B-06D0-CF74-12B1-190BF2776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C9C045-CD7B-DE18-AD4A-A92037B48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887C1C-2B7E-AF6E-3CB5-6E5CB028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228164-F67E-FA42-BF7C-1923F087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09995A-6093-C71B-B863-388B6600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32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DF418-27B4-FE63-1F6C-1947F6E36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A7360-388B-F74B-9DA1-24C779A6A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782F32-9D47-BBEC-AA6C-8646EE4CD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8E1B2F-087A-C979-573E-DAD81880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3B669F-99A5-54CD-91DD-D359545E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49B8F5-BF04-3E22-4F1B-2E74DCE4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361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03B5F7-7A63-8A6B-87CC-12F72E62F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40EB97-95A2-1D50-461C-0212CD2EF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1CAFC1-8872-62B7-62A8-E84F08F2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894086-9264-A29F-D6AB-41D0C8BFC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0B78B5-77E8-1834-F0F4-E5CCF163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256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9E25C9-378A-8DCB-8DDF-314A62B0A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B709FB-B1BD-C599-0F89-C28BB1527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75D008-2F00-7294-C4A0-21E5ABBE9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75AC59-6F6A-D60D-424C-E5860F15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CC83BF-5C87-8EF3-8225-0D9CCED2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99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85D2617-465A-70AA-C81F-9F4B6882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0F174A-707F-2FF8-7703-36D3476B3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B8B709-BC75-65D8-F42B-4BD6F7F26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0DC7D-11F2-C345-BA6D-920873C44A5A}" type="datetimeFigureOut">
              <a:rPr lang="fr-FR" smtClean="0"/>
              <a:t>12/01/2026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C59A60-C4DE-E54C-019A-E55C78CE5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561F34-9BB3-A027-1FDD-C559E2782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D3BF5-517D-374A-AE26-D729DCBFD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69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BA8823-92A7-E8CC-1DA0-F1EC88C31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fr-FR" sz="40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Dossier d’acquisition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6E2917-B48B-42F2-F169-67AE32319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fr-FR" sz="2000">
                <a:solidFill>
                  <a:schemeClr val="tx2"/>
                </a:solidFill>
              </a:rPr>
              <a:t>Thomas Benyazza</a:t>
            </a:r>
          </a:p>
        </p:txBody>
      </p:sp>
      <p:pic>
        <p:nvPicPr>
          <p:cNvPr id="5" name="Image 4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97C0AC72-020F-1846-B480-1A60C6E8A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11" y="2421052"/>
            <a:ext cx="2610287" cy="1846778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0081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EDE286-519D-8147-ED71-02CD56C2A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  <a:r>
              <a:rPr lang="en-US" sz="26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Muséal</a:t>
            </a:r>
            <a:endParaRPr lang="en-US" sz="2600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Espace réservé du contenu 4" descr="Une image contenant texte, Graphique, Police, graphisme&#10;&#10;Description générée automatiquement">
            <a:extLst>
              <a:ext uri="{FF2B5EF4-FFF2-40B4-BE49-F238E27FC236}">
                <a16:creationId xmlns:a16="http://schemas.microsoft.com/office/drawing/2014/main" id="{8E1AF7C6-EEFD-7E01-C37D-FDA50A32E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9928" y="299391"/>
            <a:ext cx="2153957" cy="190592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B02FE12-D802-060A-B304-7256C39E85F7}"/>
              </a:ext>
            </a:extLst>
          </p:cNvPr>
          <p:cNvSpPr txBox="1"/>
          <p:nvPr/>
        </p:nvSpPr>
        <p:spPr>
          <a:xfrm>
            <a:off x="4032514" y="2557840"/>
            <a:ext cx="71413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On est le musée Albert Kahn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Photographier le monde pour comprendre les cultures.</a:t>
            </a:r>
          </a:p>
          <a:p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Photographie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25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habits, personne, Style rétro, plante&#10;&#10;Description générée automatiquement">
            <a:extLst>
              <a:ext uri="{FF2B5EF4-FFF2-40B4-BE49-F238E27FC236}">
                <a16:creationId xmlns:a16="http://schemas.microsoft.com/office/drawing/2014/main" id="{924FD834-4BE3-8D5A-32A2-99FCFB173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9319" y="19430"/>
            <a:ext cx="5179238" cy="668289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8D47706-CAE6-2B4D-5DED-091B88A78A51}"/>
              </a:ext>
            </a:extLst>
          </p:cNvPr>
          <p:cNvSpPr txBox="1"/>
          <p:nvPr/>
        </p:nvSpPr>
        <p:spPr>
          <a:xfrm>
            <a:off x="1163443" y="302359"/>
            <a:ext cx="374254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Auteur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Kazumasa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Ogawa (1860–1929)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Titre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Sans titre (scène de femmes en kimono)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Datation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fin XIXᵉ siècle (ère Meiji)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épreuve à l’albumine, 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colorisation manuelle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Sujet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deux femmes japonaises en kimono dans un jardin fleuri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mise en scène posée, équilibre des figures, décor paysager stylisé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à la fois 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documentaire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(costumes, postures, environnement) et 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esthétique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(image construite)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production destinée à la diffusion internationale d’un Japon idéalisé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Thématique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féminité, nature, contemplation, représentation culturelle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 :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témoignage visuel de l’esthétique et des pratiques photographiques de l’ère Meiji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498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ECE543-6D46-93D7-D441-8269B29F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fr-F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Auteur</a:t>
            </a:r>
          </a:p>
        </p:txBody>
      </p:sp>
      <p:pic>
        <p:nvPicPr>
          <p:cNvPr id="5" name="Espace réservé du contenu 4" descr="Une image contenant Visage humain, portrait, personne, gentleman&#10;&#10;Description générée automatiquement">
            <a:extLst>
              <a:ext uri="{FF2B5EF4-FFF2-40B4-BE49-F238E27FC236}">
                <a16:creationId xmlns:a16="http://schemas.microsoft.com/office/drawing/2014/main" id="{7BE04C1C-EF0B-4522-4234-1DAFFE5AA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0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17761E-3CDA-CA1F-23EF-1A5896A31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 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Kazumasa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Ogawa (1860–1929)</a:t>
            </a:r>
          </a:p>
          <a:p>
            <a:pPr>
              <a:buFont typeface="Wingdings" pitchFamily="2" charset="2"/>
              <a:buChar char="v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Statut 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Photographe, imprimeur et éditeur</a:t>
            </a:r>
          </a:p>
          <a:p>
            <a:pPr>
              <a:buFont typeface="Wingdings" pitchFamily="2" charset="2"/>
              <a:buChar char="v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Période 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ère Meiji</a:t>
            </a:r>
          </a:p>
          <a:p>
            <a:pPr>
              <a:buFont typeface="Wingdings" pitchFamily="2" charset="2"/>
              <a:buChar char="v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Rôle 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Pionnier de la photographie moderne au Japon</a:t>
            </a:r>
          </a:p>
          <a:p>
            <a:pPr>
              <a:buFont typeface="Wingdings" pitchFamily="2" charset="2"/>
              <a:buChar char="v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Spécificité 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Maîtrise de la 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phototypie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et de la colorisation manuelle</a:t>
            </a:r>
          </a:p>
          <a:p>
            <a:pPr>
              <a:buFont typeface="Wingdings" pitchFamily="2" charset="2"/>
              <a:buChar char="v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 institutionnelle 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Photographe au service de l’État japonais</a:t>
            </a:r>
          </a:p>
          <a:p>
            <a:pPr>
              <a:buFont typeface="Wingdings" pitchFamily="2" charset="2"/>
              <a:buChar char="v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majeure 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Diffusion internationale de l’image du Japon</a:t>
            </a:r>
          </a:p>
          <a:p>
            <a:pPr>
              <a:buFont typeface="Wingdings" pitchFamily="2" charset="2"/>
              <a:buChar char="v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Portée :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Articulation entre </a:t>
            </a: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document, esthétique et politique culturelle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75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51E11-075F-BBF9-B70B-9A235758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205"/>
            <a:ext cx="10515600" cy="274483"/>
          </a:xfrm>
        </p:spPr>
        <p:txBody>
          <a:bodyPr>
            <a:noAutofit/>
          </a:bodyPr>
          <a:lstStyle/>
          <a:p>
            <a:r>
              <a:rPr lang="fr-FR" sz="40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Pourquoi cette œuvre a toute sa place au Musée Albert-Kahn ?</a:t>
            </a:r>
            <a:br>
              <a:rPr lang="fr-FR" sz="40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40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8D653E-D40D-4364-5EC0-F8CFF5429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Wingdings" pitchFamily="2" charset="2"/>
              <a:buChar char="v"/>
            </a:pPr>
            <a:r>
              <a:rPr lang="fr-FR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cohérence avec les Archives de la Planète : documenter le monde par l’image</a:t>
            </a:r>
          </a:p>
          <a:p>
            <a:pPr algn="l">
              <a:buFont typeface="Wingdings" pitchFamily="2" charset="2"/>
              <a:buChar char="v"/>
            </a:pPr>
            <a:r>
              <a:rPr lang="fr-FR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 Japon : une destination centrale dans le projet d’Albert Kahn</a:t>
            </a:r>
          </a:p>
          <a:p>
            <a:pPr algn="l">
              <a:buFont typeface="Wingdings" pitchFamily="2" charset="2"/>
              <a:buChar char="v"/>
            </a:pPr>
            <a:r>
              <a:rPr lang="fr-FR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Renforce un fonds japonais encore insuffisamment représenté</a:t>
            </a:r>
          </a:p>
          <a:p>
            <a:pPr algn="l">
              <a:buFont typeface="Wingdings" pitchFamily="2" charset="2"/>
              <a:buChar char="v"/>
            </a:pPr>
            <a:r>
              <a:rPr lang="fr-FR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Introduit une iconographie féminine, rare dans les collections</a:t>
            </a:r>
          </a:p>
          <a:p>
            <a:pPr algn="l">
              <a:buFont typeface="Wingdings" pitchFamily="2" charset="2"/>
              <a:buChar char="v"/>
            </a:pPr>
            <a:r>
              <a:rPr lang="fr-FR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Articule document, esthétique et regard humaniste</a:t>
            </a:r>
          </a:p>
          <a:p>
            <a:pPr algn="l">
              <a:buFont typeface="Wingdings" pitchFamily="2" charset="2"/>
              <a:buChar char="v"/>
            </a:pPr>
            <a:r>
              <a:rPr lang="fr-FR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Œuvre à la fois historique, culturelle et poétique</a:t>
            </a:r>
          </a:p>
          <a:p>
            <a:pPr algn="l">
              <a:buFont typeface="Wingdings" pitchFamily="2" charset="2"/>
              <a:buChar char="v"/>
            </a:pPr>
            <a:r>
              <a:rPr lang="fr-FR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Opportunité d’acquisition : qualité, pertinence, valeur patrimoniale</a:t>
            </a:r>
          </a:p>
          <a:p>
            <a:pPr>
              <a:buFont typeface="Wingdings" pitchFamily="2" charset="2"/>
              <a:buChar char="v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7453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283</Words>
  <Application>Microsoft Macintosh PowerPoint</Application>
  <PresentationFormat>Grand écran</PresentationFormat>
  <Paragraphs>44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Wingdings</vt:lpstr>
      <vt:lpstr>Thème Office</vt:lpstr>
      <vt:lpstr>Dossier d’acquisition</vt:lpstr>
      <vt:lpstr>Contexte Muséal</vt:lpstr>
      <vt:lpstr>Présentation PowerPoint</vt:lpstr>
      <vt:lpstr>Auteur</vt:lpstr>
      <vt:lpstr>Pourquoi cette œuvre a toute sa place au Musée Albert-Kahn ?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d’acquisition</dc:title>
  <dc:creator>BEN YAZZA Kamil</dc:creator>
  <cp:lastModifiedBy>BEN YAZZA Kamil</cp:lastModifiedBy>
  <cp:revision>1</cp:revision>
  <dcterms:created xsi:type="dcterms:W3CDTF">2026-01-12T20:46:55Z</dcterms:created>
  <dcterms:modified xsi:type="dcterms:W3CDTF">2026-01-12T21:06:22Z</dcterms:modified>
</cp:coreProperties>
</file>